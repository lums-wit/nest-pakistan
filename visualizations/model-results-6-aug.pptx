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5" r:id="rId5"/>
    <p:sldId id="266" r:id="rId6"/>
    <p:sldId id="268" r:id="rId7"/>
    <p:sldId id="269" r:id="rId8"/>
    <p:sldId id="270" r:id="rId9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76A45C-0A1C-46EF-B0D3-7C2E7FF18963}" v="1" dt="2025-08-06T10:32:00.2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70" d="100"/>
          <a:sy n="70" d="100"/>
        </p:scale>
        <p:origin x="3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6D8692-8204-4D88-9B16-AF0FC976E452}" type="datetimeFigureOut">
              <a:rPr lang="en-PK" smtClean="0"/>
              <a:t>05/08/2025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DDF55F-F393-47F2-A1CC-48453EF3E0C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1367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DDF55F-F393-47F2-A1CC-48453EF3E0CD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89472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D8984-D1E3-6621-64C9-32C99D6723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D39A0B-B0BD-467A-967A-FDC9AF1F6A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991F1-3E35-B95E-9374-0F693B1E8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3A318-8A82-4D41-B0C4-8EA42073B9AD}" type="datetimeFigureOut">
              <a:rPr lang="en-PK" smtClean="0"/>
              <a:t>05/08/2025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44389-E3B8-4805-6A38-04D23A61C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9AE3E-3672-0EA4-9A73-FB2C46846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974D-3B3C-4A97-B646-3525FA8116D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82141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51AA8-4B5B-461E-BA66-3493314C7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9A540-4751-B3D5-5137-5BBC71458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8237B-708B-CFA1-80A1-521A696CD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3A318-8A82-4D41-B0C4-8EA42073B9AD}" type="datetimeFigureOut">
              <a:rPr lang="en-PK" smtClean="0"/>
              <a:t>05/08/2025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A2BEF-314B-ABC8-E166-55C2F01C5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0F9EC-7DC2-BFAE-B796-FDF9C59E8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974D-3B3C-4A97-B646-3525FA8116D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5363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BBAA2-DDF7-6FA0-A048-1E55BB204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32543-6B3A-4D63-0CB1-BEE2C97C7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CAD89-C888-ADAB-7137-827BD49D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3A318-8A82-4D41-B0C4-8EA42073B9AD}" type="datetimeFigureOut">
              <a:rPr lang="en-PK" smtClean="0"/>
              <a:t>05/08/2025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29C1C-F9A1-592B-A3D3-450CD427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5D04B-BF7F-7A68-883E-ABACA633D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974D-3B3C-4A97-B646-3525FA8116D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90789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93B0E-F608-EEA6-9C31-ECD74D15F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E405F-BEC6-FAFE-757D-7B214D399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61F628-C019-E0E6-9676-658932A83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62F26-6FCD-0F79-D9C7-A4147FD6A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3A318-8A82-4D41-B0C4-8EA42073B9AD}" type="datetimeFigureOut">
              <a:rPr lang="en-PK" smtClean="0"/>
              <a:t>05/08/2025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04BCE-01CB-229F-FC63-08440129C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90E91-8D11-36B2-BC74-B6E9A511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974D-3B3C-4A97-B646-3525FA8116D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89935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B9E5B-4CED-970B-7088-DFFBCD33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1083A-5279-AEB1-3CF4-C99B8D64D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C4B30-2CDB-6B19-B300-A48524C65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16D749-8467-75E1-39BF-714A4AE234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0A24F7-CF97-8D65-0098-EA1F7AA85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6D30E5-9E2A-83C6-68D9-36D4E2017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3A318-8A82-4D41-B0C4-8EA42073B9AD}" type="datetimeFigureOut">
              <a:rPr lang="en-PK" smtClean="0"/>
              <a:t>05/08/2025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408CEC-FEA2-FD1C-66AE-0F7263406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9B28E2-615D-89C5-0F1B-874618F0F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974D-3B3C-4A97-B646-3525FA8116D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4160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D1891-86D7-99DF-6247-C2DF71FB9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71EDD7-C9BE-F92E-A924-697B1F502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3A318-8A82-4D41-B0C4-8EA42073B9AD}" type="datetimeFigureOut">
              <a:rPr lang="en-PK" smtClean="0"/>
              <a:t>05/08/2025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92BCC-43BA-3F88-0036-E30DECFB8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6D524-5CC2-0ECA-9B9F-3C2309BC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974D-3B3C-4A97-B646-3525FA8116D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42875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A17B8-32A0-625F-3BE2-584CC57C9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3A318-8A82-4D41-B0C4-8EA42073B9AD}" type="datetimeFigureOut">
              <a:rPr lang="en-PK" smtClean="0"/>
              <a:t>05/08/2025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3B02F2-355E-13F8-EC63-BF4A84168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19196-A811-09B7-F7DD-E82D80E3F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974D-3B3C-4A97-B646-3525FA8116D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485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BE85E-0A4A-96AC-46B4-58D5821E6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F4F95-30AE-108E-0A62-A453AAC2A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9EB59E-24E9-9951-847E-4D4F018ABB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103A8-E446-49C5-0BDA-FDAD3E10B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3A318-8A82-4D41-B0C4-8EA42073B9AD}" type="datetimeFigureOut">
              <a:rPr lang="en-PK" smtClean="0"/>
              <a:t>05/08/2025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F1AB08-ED3A-A1FF-BCC4-65350009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43769-62C2-B327-D30E-90E476156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974D-3B3C-4A97-B646-3525FA8116D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18059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EE68E-B322-392C-5786-CE4EB5490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5F670E-D498-578F-5C00-55B785EA86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1E17A4-5DCC-6398-A8B8-71C2034DD7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E4BE3-09F5-69B3-3350-70BFC9F68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3A318-8A82-4D41-B0C4-8EA42073B9AD}" type="datetimeFigureOut">
              <a:rPr lang="en-PK" smtClean="0"/>
              <a:t>05/08/2025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A462E-8A26-8675-6FA6-63ADA910E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DB31C-B4F0-1BEC-E45D-D8343CEDD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974D-3B3C-4A97-B646-3525FA8116D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19740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01A5A-0367-71C0-62C9-7496C1BAE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38ADCC-E5D3-C2BD-29FE-AF379A20D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EC71F-BBB1-3770-9187-B10E0F532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3A318-8A82-4D41-B0C4-8EA42073B9AD}" type="datetimeFigureOut">
              <a:rPr lang="en-PK" smtClean="0"/>
              <a:t>05/08/2025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870F5-F14A-8892-AA98-B7B84C69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6BEB7-9597-C7D2-3C3E-083F7E3CC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974D-3B3C-4A97-B646-3525FA8116D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3964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51EFC7-7205-DC88-C400-BDE642EB73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964C5-596B-7D73-A0C9-BDC39684B9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455FE-E0AF-B4BD-777E-A5AA59B02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3A318-8A82-4D41-B0C4-8EA42073B9AD}" type="datetimeFigureOut">
              <a:rPr lang="en-PK" smtClean="0"/>
              <a:t>05/08/2025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78CAD-BE8E-2724-277C-E2593D55E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7BB9E-50A4-AD80-B6EA-1E789D985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974D-3B3C-4A97-B646-3525FA8116D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029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3269F3-66DD-5317-A6C2-F390AB5BA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4ECA8-32AD-FC78-65E7-AA51414EE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25A0D-B4DC-2F4D-466A-5963DA4E6F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B3A318-8A82-4D41-B0C4-8EA42073B9AD}" type="datetimeFigureOut">
              <a:rPr lang="en-PK" smtClean="0"/>
              <a:t>05/08/2025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2F842-8998-C53B-2A14-005A1A7460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41D2D-B301-50BE-2CB4-24683D08F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10974D-3B3C-4A97-B646-3525FA8116D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25944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4F202-4245-D948-2C50-F70E56EDE9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MESSAGEix</a:t>
            </a:r>
            <a:r>
              <a:rPr lang="en-US" dirty="0"/>
              <a:t>-Pakistan 1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5EEDD-F336-1CE9-F2EA-FD3C4527EA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August 5, 2025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97642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36781-7ECA-6AB9-941E-15E62252D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33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Emissions MtCO2-eq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1B8973-4047-7A8F-F1BC-DDD7DF9C16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4660" y="1282460"/>
            <a:ext cx="7548785" cy="488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870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EF0B6A-AC96-87EA-82DA-6B4FFAE59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C5A63B-4116-2CC3-4033-1DBEB8068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79643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Electricity at Final and Secondary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E019704C-8FBE-46C7-5164-477AFBE9E4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321" y="2257391"/>
            <a:ext cx="5501650" cy="35623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F4F0EF-66AD-2008-31D3-168169D43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717" y="2257391"/>
            <a:ext cx="5924962" cy="35846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E5795E-2344-1AB4-5267-5110E18D4839}"/>
              </a:ext>
            </a:extLst>
          </p:cNvPr>
          <p:cNvSpPr txBox="1"/>
          <p:nvPr/>
        </p:nvSpPr>
        <p:spPr>
          <a:xfrm>
            <a:off x="2661894" y="1571146"/>
            <a:ext cx="66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Final</a:t>
            </a:r>
            <a:endParaRPr lang="en-PK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BD6B0A-1683-2578-5AF5-BE323669DBC9}"/>
              </a:ext>
            </a:extLst>
          </p:cNvPr>
          <p:cNvSpPr txBox="1"/>
          <p:nvPr/>
        </p:nvSpPr>
        <p:spPr>
          <a:xfrm>
            <a:off x="8601140" y="1548862"/>
            <a:ext cx="1249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Secondary</a:t>
            </a:r>
          </a:p>
        </p:txBody>
      </p:sp>
    </p:spTree>
    <p:extLst>
      <p:ext uri="{BB962C8B-B14F-4D97-AF65-F5344CB8AC3E}">
        <p14:creationId xmlns:p14="http://schemas.microsoft.com/office/powerpoint/2010/main" val="2916464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ADFE2-58EB-5083-67A9-D76FEFCF7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5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Capacity | Electricity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438723-5295-2F85-FA4E-272F3A68C4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692" y="1354384"/>
            <a:ext cx="12173308" cy="531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974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82CC0-E6A0-8BE6-72F7-1245FC289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417"/>
            <a:ext cx="10515600" cy="56292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Secondary Energy | Electricity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5BC3DC-1C0A-8689-D390-82F3219BB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982639"/>
            <a:ext cx="9827489" cy="575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368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2DB91-D4CB-335E-A85A-C18612814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23A3-D65B-FFC8-4AE5-CD6C00B39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417"/>
            <a:ext cx="10515600" cy="56292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Final Energy | Industry</a:t>
            </a:r>
            <a:endParaRPr lang="en-PK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B87C926-3278-65BB-1768-7B44450DA9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6980" y="936959"/>
            <a:ext cx="10112991" cy="592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64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3CF94-8B76-1DD6-783E-87CEEB691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9D53-A3F6-5779-FCC9-380706D07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417"/>
            <a:ext cx="10515600" cy="56292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Final Energy | Residential/Commercial</a:t>
            </a:r>
            <a:endParaRPr lang="en-PK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DFBBADF-70BF-B4C2-B9A3-A8B1B8BA4C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6910" y="801702"/>
            <a:ext cx="10338179" cy="605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989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4E4A9-0B2F-FF02-97FB-ADFEA8F5B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3DC2F-FE36-0F24-9A96-7C8A0E084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417"/>
            <a:ext cx="10515600" cy="56292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Final Energy | Transport</a:t>
            </a:r>
            <a:endParaRPr lang="en-PK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835BCE7-EC43-251C-0C8E-DF477EF0D8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0191" y="975815"/>
            <a:ext cx="10046627" cy="588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528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1358</TotalTime>
  <Words>37</Words>
  <Application>Microsoft Office PowerPoint</Application>
  <PresentationFormat>Widescreen</PresentationFormat>
  <Paragraphs>12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MESSAGEix-Pakistan 1</vt:lpstr>
      <vt:lpstr>Emissions MtCO2-eq</vt:lpstr>
      <vt:lpstr>Electricity at Final and Secondary</vt:lpstr>
      <vt:lpstr>Capacity | Electricity</vt:lpstr>
      <vt:lpstr>Secondary Energy | Electricity</vt:lpstr>
      <vt:lpstr>Final Energy | Industry</vt:lpstr>
      <vt:lpstr>Final Energy | Residential/Commercial</vt:lpstr>
      <vt:lpstr>Final Energy | Transport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Arfa Yaseen</dc:creator>
  <cp:lastModifiedBy>Arfa Yaseen</cp:lastModifiedBy>
  <cp:revision>2</cp:revision>
  <dcterms:created xsi:type="dcterms:W3CDTF">2025-08-05T12:03:52Z</dcterms:created>
  <dcterms:modified xsi:type="dcterms:W3CDTF">2025-08-06T10:41:55Z</dcterms:modified>
</cp:coreProperties>
</file>