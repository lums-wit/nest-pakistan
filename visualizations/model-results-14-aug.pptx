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65" r:id="rId5"/>
    <p:sldId id="266" r:id="rId6"/>
    <p:sldId id="268" r:id="rId7"/>
    <p:sldId id="269" r:id="rId8"/>
    <p:sldId id="270" r:id="rId9"/>
  </p:sldIdLst>
  <p:sldSz cx="12192000" cy="6858000"/>
  <p:notesSz cx="6858000" cy="9144000"/>
  <p:defaultTextStyle>
    <a:defPPr>
      <a:defRPr lang="en-P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676A45C-0A1C-46EF-B0D3-7C2E7FF18963}" v="1" dt="2025-08-06T10:32:00.22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60"/>
  </p:normalViewPr>
  <p:slideViewPr>
    <p:cSldViewPr snapToGrid="0">
      <p:cViewPr varScale="1">
        <p:scale>
          <a:sx n="90" d="100"/>
          <a:sy n="90" d="100"/>
        </p:scale>
        <p:origin x="132" y="4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PK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A6D8692-8204-4D88-9B16-AF0FC976E452}" type="datetimeFigureOut">
              <a:rPr lang="en-PK" smtClean="0"/>
              <a:t>14/08/2025</a:t>
            </a:fld>
            <a:endParaRPr lang="en-PK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PK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P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6DDF55F-F393-47F2-A1CC-48453EF3E0CD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8136708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6DDF55F-F393-47F2-A1CC-48453EF3E0CD}" type="slidenum">
              <a:rPr lang="en-PK" smtClean="0"/>
              <a:t>4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48947241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5D8984-D1E3-6621-64C9-32C99D67236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FD39A0B-B0BD-467A-967A-FDC9AF1F6A9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7991F1-3E35-B95E-9374-0F693B1E8A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B3A318-8A82-4D41-B0C4-8EA42073B9AD}" type="datetimeFigureOut">
              <a:rPr lang="en-PK" smtClean="0"/>
              <a:t>14/08/2025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844389-E3B8-4805-6A38-04D23A61C9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F9AE3E-3672-0EA4-9A73-FB2C468469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10974D-3B3C-4A97-B646-3525FA8116DD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9821418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251AA8-4B5B-461E-BA66-3493314C79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39A540-4751-B3D5-5137-5BBC714580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F8237B-708B-CFA1-80A1-521A696CD7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B3A318-8A82-4D41-B0C4-8EA42073B9AD}" type="datetimeFigureOut">
              <a:rPr lang="en-PK" smtClean="0"/>
              <a:t>14/08/2025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2A2BEF-314B-ABC8-E166-55C2F01C50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00F9EC-7DC2-BFAE-B796-FDF9C59E89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10974D-3B3C-4A97-B646-3525FA8116DD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1453632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1BBAA2-DDF7-6FA0-A048-1E55BB2040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1732543-6B3A-4D63-0CB1-BEE2C97C70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ECAD89-C888-ADAB-7137-827BD49DF3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B3A318-8A82-4D41-B0C4-8EA42073B9AD}" type="datetimeFigureOut">
              <a:rPr lang="en-PK" smtClean="0"/>
              <a:t>14/08/2025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629C1C-F9A1-592B-A3D3-450CD427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A5D04B-BF7F-7A68-883E-ABACA633DE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10974D-3B3C-4A97-B646-3525FA8116DD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4907899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593B0E-F608-EEA6-9C31-ECD74D15F0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8E405F-BEC6-FAFE-757D-7B214D399D8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D61F628-C019-E0E6-9676-658932A8376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D262F26-6FCD-0F79-D9C7-A4147FD6A0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B3A318-8A82-4D41-B0C4-8EA42073B9AD}" type="datetimeFigureOut">
              <a:rPr lang="en-PK" smtClean="0"/>
              <a:t>14/08/2025</a:t>
            </a:fld>
            <a:endParaRPr lang="en-P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1604BCE-01CB-229F-FC63-08440129C3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3390E91-8D11-36B2-BC74-B6E9A51154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10974D-3B3C-4A97-B646-3525FA8116DD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7899354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2B9E5B-4CED-970B-7088-DFFBCD330D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C71083A-5279-AEB1-3CF4-C99B8D64D3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C5C4B30-2CDB-6B19-B300-A48524C65F8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416D749-8467-75E1-39BF-714A4AE2345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10A24F7-CF97-8D65-0098-EA1F7AA8538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06D30E5-9E2A-83C6-68D9-36D4E20171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B3A318-8A82-4D41-B0C4-8EA42073B9AD}" type="datetimeFigureOut">
              <a:rPr lang="en-PK" smtClean="0"/>
              <a:t>14/08/2025</a:t>
            </a:fld>
            <a:endParaRPr lang="en-PK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1408CEC-FEA2-FD1C-66AE-0F72634061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79B28E2-615D-89C5-0F1B-874618F0FB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10974D-3B3C-4A97-B646-3525FA8116DD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441603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ED1891-86D7-99DF-6247-C2DF71FB9B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571EDD7-C9BE-F92E-A924-697B1F5026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B3A318-8A82-4D41-B0C4-8EA42073B9AD}" type="datetimeFigureOut">
              <a:rPr lang="en-PK" smtClean="0"/>
              <a:t>14/08/2025</a:t>
            </a:fld>
            <a:endParaRPr lang="en-PK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4292BCC-43BA-3F88-0036-E30DECFB80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246D524-5CC2-0ECA-9B9F-3C2309BCBE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10974D-3B3C-4A97-B646-3525FA8116DD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6428755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A3A17B8-32A0-625F-3BE2-584CC57C9B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B3A318-8A82-4D41-B0C4-8EA42073B9AD}" type="datetimeFigureOut">
              <a:rPr lang="en-PK" smtClean="0"/>
              <a:t>14/08/2025</a:t>
            </a:fld>
            <a:endParaRPr lang="en-PK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E3B02F2-355E-13F8-EC63-BF4A841687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5D19196-A811-09B7-F7DD-E82D80E3F6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10974D-3B3C-4A97-B646-3525FA8116DD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548512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CBE85E-0A4A-96AC-46B4-58D5821E65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8F4F95-30AE-108E-0A62-A453AAC2A2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D9EB59E-24E9-9951-847E-4D4F018ABBE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A2103A8-E446-49C5-0BDA-FDAD3E10BB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B3A318-8A82-4D41-B0C4-8EA42073B9AD}" type="datetimeFigureOut">
              <a:rPr lang="en-PK" smtClean="0"/>
              <a:t>14/08/2025</a:t>
            </a:fld>
            <a:endParaRPr lang="en-P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4F1AB08-ED3A-A1FF-BCC4-6535000905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7043769-62C2-B327-D30E-90E4761569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10974D-3B3C-4A97-B646-3525FA8116DD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9180590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CEE68E-B322-392C-5786-CE4EB54903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B5F670E-D498-578F-5C00-55B785EA860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P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D1E17A4-5DCC-6398-A8B8-71C2034DD78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EE4BE3-09F5-69B3-3350-70BFC9F68E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B3A318-8A82-4D41-B0C4-8EA42073B9AD}" type="datetimeFigureOut">
              <a:rPr lang="en-PK" smtClean="0"/>
              <a:t>14/08/2025</a:t>
            </a:fld>
            <a:endParaRPr lang="en-P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0EA462E-8A26-8675-6FA6-63ADA910EC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61DB31C-B4F0-1BEC-E45D-D8343CEDD3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10974D-3B3C-4A97-B646-3525FA8116DD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0197404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D01A5A-0367-71C0-62C9-7496C1BAEC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C38ADCC-E5D3-C2BD-29FE-AF379A20D1B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2EC71F-BBB1-3770-9187-B10E0F532C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B3A318-8A82-4D41-B0C4-8EA42073B9AD}" type="datetimeFigureOut">
              <a:rPr lang="en-PK" smtClean="0"/>
              <a:t>14/08/2025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8870F5-F14A-8892-AA98-B7B84C6947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46BEB7-9597-C7D2-3C3E-083F7E3CC5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10974D-3B3C-4A97-B646-3525FA8116DD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0539642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951EFC7-7205-DC88-C400-BDE642EB73B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81964C5-596B-7D73-A0C9-BDC39684B9F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2455FE-E0AF-B4BD-777E-A5AA59B02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B3A318-8A82-4D41-B0C4-8EA42073B9AD}" type="datetimeFigureOut">
              <a:rPr lang="en-PK" smtClean="0"/>
              <a:t>14/08/2025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E78CAD-BE8E-2724-277C-E2593D55EF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F7BB9E-50A4-AD80-B6EA-1E789D9856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10974D-3B3C-4A97-B646-3525FA8116DD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5002985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C3269F3-66DD-5317-A6C2-F390AB5BAC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B4ECA8-32AD-FC78-65E7-AA51414EE2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E25A0D-B4DC-2F4D-466A-5963DA4E6F9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EB3A318-8A82-4D41-B0C4-8EA42073B9AD}" type="datetimeFigureOut">
              <a:rPr lang="en-PK" smtClean="0"/>
              <a:t>14/08/2025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E2F842-8998-C53B-2A14-005A1A74601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541D2D-B301-50BE-2CB4-24683D08FD1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610974D-3B3C-4A97-B646-3525FA8116DD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7259449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P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B4F202-4245-D948-2C50-F70E56EDE95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/>
              <a:t>MESSAGEix</a:t>
            </a:r>
            <a:r>
              <a:rPr lang="en-US" dirty="0"/>
              <a:t>-Pakistan 1</a:t>
            </a:r>
            <a:endParaRPr lang="en-PK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935EEDD-F336-1CE9-F2EA-FD3C4527EAC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August 5, 2025</a:t>
            </a:r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36976424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C36781-7ECA-6AB9-941E-15E62252D0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39330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Emissions MtCO2-eq</a:t>
            </a:r>
            <a:endParaRPr lang="en-PK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F1B8973-4047-7A8F-F1BC-DDD7DF9C160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604660" y="1282460"/>
            <a:ext cx="7548785" cy="48857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18709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0EF0B6A-AC96-87EA-82DA-6B4FFAE59D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99ED5833-B85B-4103-8A3B-CAB0308E6C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AC5A63B-4116-2CC3-4033-1DBEB8068C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8181" y="560881"/>
            <a:ext cx="9795638" cy="796432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dirty="0"/>
              <a:t>Electricity at Final and Secondary</a:t>
            </a:r>
          </a:p>
        </p:txBody>
      </p:sp>
      <p:pic>
        <p:nvPicPr>
          <p:cNvPr id="8" name="Content Placeholder 4">
            <a:extLst>
              <a:ext uri="{FF2B5EF4-FFF2-40B4-BE49-F238E27FC236}">
                <a16:creationId xmlns:a16="http://schemas.microsoft.com/office/drawing/2014/main" id="{E019704C-8FBE-46C7-5164-477AFBE9E4F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11321" y="2257391"/>
            <a:ext cx="5501650" cy="3562318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39F4F0EF-66AD-2008-31D3-168169D43C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55717" y="2257391"/>
            <a:ext cx="5924962" cy="3584602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72E5795E-2344-1AB4-5267-5110E18D4839}"/>
              </a:ext>
            </a:extLst>
          </p:cNvPr>
          <p:cNvSpPr txBox="1"/>
          <p:nvPr/>
        </p:nvSpPr>
        <p:spPr>
          <a:xfrm>
            <a:off x="2661894" y="1571146"/>
            <a:ext cx="6669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Final</a:t>
            </a:r>
            <a:endParaRPr lang="en-PK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FBD6B0A-1683-2578-5AF5-BE323669DBC9}"/>
              </a:ext>
            </a:extLst>
          </p:cNvPr>
          <p:cNvSpPr txBox="1"/>
          <p:nvPr/>
        </p:nvSpPr>
        <p:spPr>
          <a:xfrm>
            <a:off x="8601140" y="1548862"/>
            <a:ext cx="12493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Secondary</a:t>
            </a:r>
          </a:p>
        </p:txBody>
      </p:sp>
    </p:spTree>
    <p:extLst>
      <p:ext uri="{BB962C8B-B14F-4D97-AF65-F5344CB8AC3E}">
        <p14:creationId xmlns:p14="http://schemas.microsoft.com/office/powerpoint/2010/main" val="29164648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7ADFE2-58EB-5083-67A9-D76FEFCF72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65281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Capacity | Electricity</a:t>
            </a:r>
            <a:endParaRPr lang="en-PK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E438723-5295-2F85-FA4E-272F3A68C47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8692" y="1354384"/>
            <a:ext cx="12173308" cy="53107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89747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082CC0-E6A0-8BE6-72F7-1245FC2895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417"/>
            <a:ext cx="10515600" cy="562922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Secondary Energy | Electricity</a:t>
            </a:r>
            <a:endParaRPr lang="en-PK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55BC3DC-1C0A-8689-D390-82F3219BB3E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982639"/>
            <a:ext cx="9827489" cy="57538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23685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32DB91-D4CB-335E-A85A-C186128148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2923A3-D65B-FFC8-4AE5-CD6C00B39E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417"/>
            <a:ext cx="10515600" cy="562922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Final Energy | Industry</a:t>
            </a:r>
            <a:endParaRPr lang="en-PK" dirty="0"/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EB87C926-3278-65BB-1768-7B44450DA9B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36980" y="936959"/>
            <a:ext cx="10112991" cy="59210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27643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73CF94-8B76-1DD6-783E-87CEEB691B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B29D53-A3F6-5779-FCC9-380706D071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417"/>
            <a:ext cx="10515600" cy="562922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Final Energy | Residential/Commercial</a:t>
            </a:r>
            <a:endParaRPr lang="en-PK" dirty="0"/>
          </a:p>
        </p:txBody>
      </p:sp>
      <p:pic>
        <p:nvPicPr>
          <p:cNvPr id="13" name="Content Placeholder 12">
            <a:extLst>
              <a:ext uri="{FF2B5EF4-FFF2-40B4-BE49-F238E27FC236}">
                <a16:creationId xmlns:a16="http://schemas.microsoft.com/office/drawing/2014/main" id="{9DFBBADF-70BF-B4C2-B9A3-A8B1B8BA4CA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26910" y="801702"/>
            <a:ext cx="10338179" cy="60528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198949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74E4A9-0B2F-FF02-97FB-ADFEA8F5B5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13DC2F-FE36-0F24-9A96-7C8A0E0845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417"/>
            <a:ext cx="10515600" cy="562922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Final Energy | Transport</a:t>
            </a:r>
            <a:endParaRPr lang="en-PK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8835BCE7-EC43-251C-0C8E-DF477EF0D8D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10191" y="975815"/>
            <a:ext cx="10046627" cy="58821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652872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1358</TotalTime>
  <Words>37</Words>
  <Application>Microsoft Office PowerPoint</Application>
  <PresentationFormat>Widescreen</PresentationFormat>
  <Paragraphs>12</Paragraphs>
  <Slides>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Aptos</vt:lpstr>
      <vt:lpstr>Aptos Display</vt:lpstr>
      <vt:lpstr>Arial</vt:lpstr>
      <vt:lpstr>Office Theme</vt:lpstr>
      <vt:lpstr>MESSAGEix-Pakistan 1</vt:lpstr>
      <vt:lpstr>Emissions MtCO2-eq</vt:lpstr>
      <vt:lpstr>Electricity at Final and Secondary</vt:lpstr>
      <vt:lpstr>Capacity | Electricity</vt:lpstr>
      <vt:lpstr>Secondary Energy | Electricity</vt:lpstr>
      <vt:lpstr>Final Energy | Industry</vt:lpstr>
      <vt:lpstr>Final Energy | Residential/Commercial</vt:lpstr>
      <vt:lpstr>Final Energy | Transport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Arfa Yaseen</dc:creator>
  <cp:lastModifiedBy>Arfa Yaseen</cp:lastModifiedBy>
  <cp:revision>2</cp:revision>
  <dcterms:created xsi:type="dcterms:W3CDTF">2025-08-05T12:03:52Z</dcterms:created>
  <dcterms:modified xsi:type="dcterms:W3CDTF">2025-08-14T12:56:55Z</dcterms:modified>
</cp:coreProperties>
</file>